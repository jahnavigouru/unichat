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UniChat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One codebase, three platforms (iOS/Android/Web) with Ionic + Capacitor.</a:t>
            </a:r>
          </a:p>
          <a:p>
            <a:pPr>
              <a:spcAft>
                <a:spcPts val="1200"/>
              </a:spcAft>
              <a:defRPr sz="1800"/>
            </a:pPr>
            <a:r>
              <a:t>• Simple multilingual chat that feels native everywhere.</a:t>
            </a:r>
          </a:p>
          <a:p>
            <a:pPr>
              <a:spcAft>
                <a:spcPts val="1200"/>
              </a:spcAft>
              <a:defRPr sz="1800"/>
            </a:pPr>
            <a:r>
              <a:t>• Visuals: onboarding and language choices (assets/onboarding.png, assets/translation-preferences.png).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&amp;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Chat translation is often an afterthought, slow, or awkward.</a:t>
            </a:r>
          </a:p>
          <a:p>
            <a:pPr>
              <a:spcAft>
                <a:spcPts val="1400"/>
              </a:spcAft>
              <a:defRPr sz="2000"/>
            </a:pPr>
            <a:r>
              <a:t>• Two native apps mean double work and drifting designs.</a:t>
            </a:r>
          </a:p>
          <a:p>
            <a:pPr>
              <a:spcAft>
                <a:spcPts val="1400"/>
              </a:spcAft>
              <a:defRPr sz="2000"/>
            </a:pPr>
            <a:r>
              <a:t>• Use a hybrid Ionic app with a small client-side translator to stay fast and consistent.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Ionic React UI (IonPage/IonHeader/IonContent) with platform-aware styling.</a:t>
            </a:r>
          </a:p>
          <a:p>
            <a:pPr>
              <a:spcAft>
                <a:spcPts val="1200"/>
              </a:spcAft>
              <a:defRPr sz="1800"/>
            </a:pPr>
            <a:r>
              <a:t>• Translation broker on the client; primary provider with a simple fallback and cache.</a:t>
            </a:r>
          </a:p>
          <a:p>
            <a:pPr>
              <a:spcAft>
                <a:spcPts val="1200"/>
              </a:spcAft>
              <a:defRPr sz="1800"/>
            </a:pPr>
            <a:r>
              <a:t>• Messages keep both original and translated text; offline queue retries when back online.</a:t>
            </a:r>
          </a:p>
          <a:p>
            <a:pPr>
              <a:spcAft>
                <a:spcPts val="1200"/>
              </a:spcAft>
              <a:defRPr sz="1800"/>
            </a:pPr>
            <a:r>
              <a:t>• Capacitor plugins for secure storage, clipboard, and network status; native shells via ionic cap build.</a:t>
            </a:r>
          </a:p>
          <a:p>
            <a:pPr>
              <a:spcAft>
                <a:spcPts val="1200"/>
              </a:spcAft>
              <a:defRPr sz="1800"/>
            </a:pPr>
            <a:r>
              <a:t>• Visual: login (assets/fig1.png) or conversation list (assets/fig2.png).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Method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Small bilingual group across four language pairs.</a:t>
            </a:r>
          </a:p>
          <a:p>
            <a:pPr>
              <a:spcAft>
                <a:spcPts val="1200"/>
              </a:spcAft>
              <a:defRPr sz="1800"/>
            </a:pPr>
            <a:r>
              <a:t>• Tasks: onboard, set languages, start a chat, send and read translated messages, go offline then back online.</a:t>
            </a:r>
          </a:p>
          <a:p>
            <a:pPr>
              <a:spcAft>
                <a:spcPts val="1200"/>
              </a:spcAft>
              <a:defRPr sz="1800"/>
            </a:pPr>
            <a:r>
              <a:t>• Logs: translation and delivery speed, cache use, stability, network quality; short usability surveys.</a:t>
            </a:r>
          </a:p>
          <a:p>
            <a:pPr>
              <a:spcAft>
                <a:spcPts val="1200"/>
              </a:spcAft>
              <a:defRPr sz="1800"/>
            </a:pPr>
            <a:r>
              <a:t>• Devices: iPhone, Android phone, and web browser from the same codebase.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Translation stayed quick and accurate enough for casual chat.</a:t>
            </a:r>
          </a:p>
          <a:p>
            <a:pPr>
              <a:spcAft>
                <a:spcPts val="1000"/>
              </a:spcAft>
              <a:defRPr sz="1600"/>
            </a:pPr>
            <a:r>
              <a:t>• Experience felt the same on iOS, Android, and web.</a:t>
            </a:r>
          </a:p>
          <a:p>
            <a:pPr>
              <a:spcAft>
                <a:spcPts val="1000"/>
              </a:spcAft>
              <a:defRPr sz="1600"/>
            </a:pPr>
            <a:r>
              <a:t>• Worked even on slow networks thanks to caching and retry.</a:t>
            </a:r>
          </a:p>
          <a:p>
            <a:pPr>
              <a:spcAft>
                <a:spcPts val="1000"/>
              </a:spcAft>
              <a:defRPr sz="1600"/>
            </a:pPr>
            <a:r>
              <a:t>• Users liked the language badges and offline queue; no major crashes noted.</a:t>
            </a:r>
          </a:p>
          <a:p>
            <a:pPr>
              <a:spcAft>
                <a:spcPts val="1000"/>
              </a:spcAft>
              <a:defRPr sz="1600"/>
            </a:pPr>
            <a:r>
              <a:t>• Visuals: chat detail (assets/fig3.png), analytics cards (assets/fig4.png), runtime dashboard (assets/performance-dashboard.png).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Hybrid Ionic + client translation met the goals without building two native apps.</a:t>
            </a:r>
          </a:p>
          <a:p>
            <a:pPr>
              <a:spcAft>
                <a:spcPts val="1400"/>
              </a:spcAft>
              <a:defRPr sz="2000"/>
            </a:pPr>
            <a:r>
              <a:t>• Next: try on-device translation, smarter caching for bad networks, better RTL/tone support, and add end-to-end encryption.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